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2" r:id="rId10"/>
    <p:sldId id="263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555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09-Jul-26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Restricted Area Monitoring System</a:t>
            </a:r>
            <a:endParaRPr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71800"/>
            <a:ext cx="6400800" cy="2247472"/>
          </a:xfrm>
        </p:spPr>
        <p:txBody>
          <a:bodyPr>
            <a:normAutofit fontScale="47500" lnSpcReduction="20000"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Students: 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Charan Chowdary Thota (1RV25CY015)</a:t>
            </a:r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, 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Advik Kamath (1RV25CY005)</a:t>
            </a:r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, 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Bhuvan G </a:t>
            </a:r>
            <a:r>
              <a:rPr lang="en-IN" dirty="0">
                <a:solidFill>
                  <a:srgbClr val="002060"/>
                </a:solidFill>
                <a:latin typeface="Arial Black" panose="020B0A04020102020204" pitchFamily="34" charset="0"/>
              </a:rPr>
              <a:t>(1RV25CY013),</a:t>
            </a: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 </a:t>
            </a:r>
          </a:p>
          <a:p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Kushagra Tater (1RV25CY028), </a:t>
            </a:r>
          </a:p>
          <a:p>
            <a:endParaRPr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Mentor: Dr. </a:t>
            </a: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Jinka </a:t>
            </a:r>
            <a:r>
              <a:rPr lang="en-US" dirty="0" err="1">
                <a:solidFill>
                  <a:srgbClr val="002060"/>
                </a:solidFill>
                <a:latin typeface="Arial Black" panose="020B0A04020102020204" pitchFamily="34" charset="0"/>
              </a:rPr>
              <a:t>Ranganayakalu</a:t>
            </a:r>
            <a:endParaRPr lang="en-US" dirty="0">
              <a:solidFill>
                <a:srgbClr val="002060"/>
              </a:solidFill>
              <a:latin typeface="Arial Black" panose="020B0A04020102020204" pitchFamily="34" charset="0"/>
            </a:endParaRPr>
          </a:p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RV College of Engineering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5" y="157571"/>
            <a:ext cx="3581723" cy="1056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85850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Background /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28850"/>
            <a:ext cx="8229600" cy="4525963"/>
          </a:xfrm>
        </p:spPr>
        <p:txBody>
          <a:bodyPr/>
          <a:lstStyle/>
          <a:p>
            <a:r>
              <a:rPr lang="en-US" dirty="0"/>
              <a:t>This project is a hardware-based security system for restricted areas.</a:t>
            </a:r>
          </a:p>
          <a:p>
            <a:r>
              <a:rPr lang="en-US" dirty="0"/>
              <a:t>Motion detection starts the authentication sequence immediately.</a:t>
            </a:r>
          </a:p>
          <a:p>
            <a:r>
              <a:rPr lang="en-US" dirty="0"/>
              <a:t>RFID verification allows only authorized personnel.</a:t>
            </a:r>
          </a:p>
          <a:p>
            <a:r>
              <a:rPr lang="en-US" dirty="0"/>
              <a:t>A 10-second non-blocking timer prevents bypass and tailgating.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5" y="157571"/>
            <a:ext cx="3581723" cy="1056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52" y="157571"/>
            <a:ext cx="3581723" cy="10560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3263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3125"/>
            <a:ext cx="8229600" cy="4525963"/>
          </a:xfrm>
        </p:spPr>
        <p:txBody>
          <a:bodyPr/>
          <a:lstStyle/>
          <a:p>
            <a:r>
              <a:rPr lang="en-US" dirty="0"/>
              <a:t>Prevent unauthorized entry after physical detection.</a:t>
            </a:r>
          </a:p>
          <a:p>
            <a:r>
              <a:rPr lang="en-US" dirty="0"/>
              <a:t>Enforce a strict 10-second authentication window.</a:t>
            </a:r>
          </a:p>
          <a:p>
            <a:r>
              <a:rPr lang="en-US" dirty="0"/>
              <a:t>Trigger an alarm for invalid cards or timeouts.</a:t>
            </a:r>
          </a:p>
          <a:p>
            <a:r>
              <a:rPr lang="en-US" dirty="0"/>
              <a:t>Provide visual and audio feedback.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5" y="157571"/>
            <a:ext cx="3581723" cy="10560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21425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5962"/>
            <a:ext cx="8229600" cy="4525963"/>
          </a:xfrm>
        </p:spPr>
        <p:txBody>
          <a:bodyPr/>
          <a:lstStyle/>
          <a:p>
            <a:r>
              <a:rPr lang="en-US" dirty="0"/>
              <a:t>PIR sensor detects movement.</a:t>
            </a:r>
          </a:p>
          <a:p>
            <a:r>
              <a:rPr lang="en-US" dirty="0"/>
              <a:t>MFRC522 scans the card and validates the UID.</a:t>
            </a:r>
          </a:p>
          <a:p>
            <a:r>
              <a:rPr lang="en-US" dirty="0"/>
              <a:t>OLED and buzzer show status and alarms.</a:t>
            </a:r>
          </a:p>
          <a:p>
            <a:r>
              <a:rPr lang="en-US" dirty="0"/>
              <a:t>Non-blocking </a:t>
            </a:r>
            <a:r>
              <a:rPr lang="en-US" dirty="0" err="1"/>
              <a:t>millis</a:t>
            </a:r>
            <a:r>
              <a:rPr lang="en-US" dirty="0"/>
              <a:t>() tracks the countdown.</a:t>
            </a:r>
          </a:p>
          <a:p>
            <a:r>
              <a:rPr lang="en-US" dirty="0"/>
              <a:t>State logic handles monitoring, access, and breach modes.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7E7AA-7B15-D1E7-3C79-C4E9DCBE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FBE7D3-2A95-E169-BED5-2EE68C73A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5" y="157571"/>
            <a:ext cx="3581723" cy="10560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593CF-6268-BC21-5E6C-E6D90602C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21425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Methodology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02ACD9D-E5A7-AF02-5ED5-EC0143DC4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5961" y="1771375"/>
            <a:ext cx="6236414" cy="50224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198F3C-BFDE-62D5-4148-FF4A889CD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89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5" y="157571"/>
            <a:ext cx="3581723" cy="10560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11430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Experiment / Circuit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71700"/>
            <a:ext cx="8229600" cy="4525963"/>
          </a:xfrm>
        </p:spPr>
        <p:txBody>
          <a:bodyPr/>
          <a:lstStyle/>
          <a:p>
            <a:r>
              <a:rPr lang="en-US" dirty="0"/>
              <a:t>PIR, RFID, OLED, buzzer, and controller form the setup.</a:t>
            </a:r>
          </a:p>
          <a:p>
            <a:r>
              <a:rPr lang="en-US" dirty="0"/>
              <a:t>The pin diagram maps the RFID, OLED, PIR, and buzzer wiring.</a:t>
            </a:r>
          </a:p>
          <a:p>
            <a:r>
              <a:rPr lang="en-US" dirty="0"/>
              <a:t>Workflow: motion → card scan → allow or alarm.</a:t>
            </a:r>
          </a:p>
          <a:p>
            <a:r>
              <a:rPr lang="en-US" dirty="0"/>
              <a:t>The prototype keeps monitoring and verification active together.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55AA-AB9F-950C-51B2-744A5E513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334B1D-4CF4-A86C-47F8-2D3F57DD9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5" y="157571"/>
            <a:ext cx="3581723" cy="10560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FC760ED-07F2-BE86-AEC0-64D7815D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11430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Experiment / Circuit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37211FF-F5A0-78BE-E03B-0D0623190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77528" y="2171700"/>
            <a:ext cx="6788944" cy="452596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859083-879C-2071-552C-549CBDD4F9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422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5" y="157571"/>
            <a:ext cx="3581723" cy="105605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17563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Results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28813"/>
            <a:ext cx="8229600" cy="4525963"/>
          </a:xfrm>
        </p:spPr>
        <p:txBody>
          <a:bodyPr/>
          <a:lstStyle/>
          <a:p>
            <a:r>
              <a:rPr lang="en-US" dirty="0"/>
              <a:t>Valid cards give a welcome message and a short beep.</a:t>
            </a:r>
          </a:p>
          <a:p>
            <a:r>
              <a:rPr lang="en-US" dirty="0"/>
              <a:t>Invalid cards or timeouts trigger a 6-pulse alarm.</a:t>
            </a:r>
          </a:p>
          <a:p>
            <a:r>
              <a:rPr lang="en-US" dirty="0"/>
              <a:t>OLED and buzzer give immediate feedback with no lag.</a:t>
            </a:r>
          </a:p>
          <a:p>
            <a:r>
              <a:rPr lang="en-US" dirty="0"/>
              <a:t>The system forces identity verification at the moment of motion.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2963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2332037"/>
            <a:ext cx="8229600" cy="4525963"/>
          </a:xfrm>
        </p:spPr>
        <p:txBody>
          <a:bodyPr/>
          <a:lstStyle/>
          <a:p>
            <a:r>
              <a:rPr lang="en-US" dirty="0"/>
              <a:t>Validated across all operational scenarios.</a:t>
            </a:r>
          </a:p>
          <a:p>
            <a:r>
              <a:rPr lang="en-US" dirty="0"/>
              <a:t>Authorized cards granted access; invalid and timeout cases triggered alarms.</a:t>
            </a:r>
          </a:p>
          <a:p>
            <a:r>
              <a:rPr lang="en-US" dirty="0"/>
              <a:t>Non-blocking </a:t>
            </a:r>
            <a:r>
              <a:rPr lang="en-US" dirty="0" err="1"/>
              <a:t>millis</a:t>
            </a:r>
            <a:r>
              <a:rPr lang="en-US" dirty="0"/>
              <a:t>() removed processing lag.</a:t>
            </a:r>
          </a:p>
          <a:p>
            <a:r>
              <a:rPr lang="en-US" dirty="0"/>
              <a:t>Future upgrades: Wi-Fi alerts and cloud logging.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5" y="157571"/>
            <a:ext cx="3581723" cy="1056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46138"/>
            <a:ext cx="8229600" cy="11430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solidFill>
                  <a:srgbClr val="002060"/>
                </a:solidFill>
                <a:latin typeface="Arial Black" panose="020B0A04020102020204" pitchFamily="34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455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A. C. Jose and R. Malekian, “Improving Smart Home Security: Integrating Logical Sensing Into Smart Home,” IEEE Sensors Journal, vol. 17, no. 13, pp. 4269–4286, 2017.</a:t>
            </a:r>
          </a:p>
          <a:p>
            <a:r>
              <a:rPr lang="en-US" dirty="0"/>
              <a:t>Datasheets and manuals for PIR sensor, MFRC522 RFID reader, SSD1306 OLED, buzzer, and microcontroller.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465" y="157571"/>
            <a:ext cx="3581723" cy="1056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531" y="193391"/>
            <a:ext cx="2419688" cy="5144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346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Office Theme</vt:lpstr>
      <vt:lpstr>Restricted Area Monitoring System</vt:lpstr>
      <vt:lpstr>Background / Introduction</vt:lpstr>
      <vt:lpstr>Objectives</vt:lpstr>
      <vt:lpstr>Methodology</vt:lpstr>
      <vt:lpstr>Methodology</vt:lpstr>
      <vt:lpstr>Experiment / Circuit Diagram</vt:lpstr>
      <vt:lpstr>Experiment / Circuit Diagram</vt:lpstr>
      <vt:lpstr>Results &amp; Discussion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Lab Project Title</dc:title>
  <dc:subject/>
  <dc:creator/>
  <cp:keywords/>
  <dc:description>generated using python-pptx</dc:description>
  <cp:lastModifiedBy>charan rugved</cp:lastModifiedBy>
  <cp:revision>7</cp:revision>
  <dcterms:created xsi:type="dcterms:W3CDTF">2013-01-27T09:14:16Z</dcterms:created>
  <dcterms:modified xsi:type="dcterms:W3CDTF">2026-07-09T06:55:40Z</dcterms:modified>
  <cp:category/>
</cp:coreProperties>
</file>